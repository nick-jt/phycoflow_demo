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1F34"/>
    <a:srgbClr val="F79520"/>
    <a:srgbClr val="EF8B46"/>
    <a:srgbClr val="609D36"/>
    <a:srgbClr val="427024"/>
    <a:srgbClr val="F2A36D"/>
    <a:srgbClr val="D43716"/>
    <a:srgbClr val="D8431A"/>
    <a:srgbClr val="F0F0F0"/>
    <a:srgbClr val="F2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7399" autoAdjust="0"/>
  </p:normalViewPr>
  <p:slideViewPr>
    <p:cSldViewPr snapToGrid="0">
      <p:cViewPr varScale="1">
        <p:scale>
          <a:sx n="127" d="100"/>
          <a:sy n="127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64801" cy="648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152423-61EB-DBAE-1483-2C84C18BAF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C9EEA-D061-868C-D6A4-15615ECD66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FEE3A-2BB0-48EA-AC28-308E8304D92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D7931-5EE4-44A2-3439-D44394F365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8B830-CF2E-C71F-F631-2DBA9E0499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BACBD-2AA3-4F6E-BDDF-D5A72F5C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99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96E98-DB9A-4232-8E1C-A99EBF0050C2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0B2D5-8679-4137-B744-7F1213269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tif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44349F-9C4F-7C32-F422-06E97336A2AE}"/>
              </a:ext>
            </a:extLst>
          </p:cNvPr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5EAD6B-98B8-0857-9C22-1864BEE7620E}"/>
              </a:ext>
            </a:extLst>
          </p:cNvPr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EA8E4-F746-3EFD-C954-645A016C3B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4745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CC068-AF80-EE20-951C-2788950F9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27278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Name, Affiliation, Conference Name, Location, Date </a:t>
            </a:r>
          </a:p>
          <a:p>
            <a:r>
              <a:rPr lang="en-US" dirty="0"/>
              <a:t>Affiliation </a:t>
            </a:r>
          </a:p>
          <a:p>
            <a:endParaRPr lang="en-US" dirty="0"/>
          </a:p>
          <a:p>
            <a:r>
              <a:rPr lang="en-US" dirty="0"/>
              <a:t>Conference Name </a:t>
            </a:r>
          </a:p>
          <a:p>
            <a:r>
              <a:rPr lang="en-US" dirty="0"/>
              <a:t>Location </a:t>
            </a:r>
          </a:p>
          <a:p>
            <a:r>
              <a:rPr lang="en-US" dirty="0"/>
              <a:t>Date </a:t>
            </a:r>
          </a:p>
        </p:txBody>
      </p: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1644FB8A-7D78-2E79-680A-0DDAAC085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67"/>
          <a:stretch>
            <a:fillRect/>
          </a:stretch>
        </p:blipFill>
        <p:spPr>
          <a:xfrm>
            <a:off x="9853447" y="113652"/>
            <a:ext cx="2277034" cy="666870"/>
          </a:xfrm>
          <a:prstGeom prst="rect">
            <a:avLst/>
          </a:prstGeom>
        </p:spPr>
      </p:pic>
      <p:pic>
        <p:nvPicPr>
          <p:cNvPr id="7" name="Picture 6" descr="A black and white logo with letters and numbers&#10;&#10;AI-generated content may be incorrect.">
            <a:extLst>
              <a:ext uri="{FF2B5EF4-FFF2-40B4-BE49-F238E27FC236}">
                <a16:creationId xmlns:a16="http://schemas.microsoft.com/office/drawing/2014/main" id="{6D0CC441-CDA4-D28D-7C7D-7E0F68994D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29"/>
          <a:stretch>
            <a:fillRect/>
          </a:stretch>
        </p:blipFill>
        <p:spPr>
          <a:xfrm>
            <a:off x="181759" y="231680"/>
            <a:ext cx="1963863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0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FE78E-6B5B-C6B5-1A9E-F0B5487AB30F}"/>
              </a:ext>
            </a:extLst>
          </p:cNvPr>
          <p:cNvSpPr/>
          <p:nvPr userDrawn="1"/>
        </p:nvSpPr>
        <p:spPr>
          <a:xfrm>
            <a:off x="0" y="6310630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DF2C5D5A-D495-A09D-BC73-5A9115FA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330" y="6416778"/>
            <a:ext cx="80247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1E7E87C7-CDF9-4606-8374-085ACEE70F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CFF63-8E4A-33C9-DA96-3103C2CE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340386"/>
            <a:ext cx="10968000" cy="578735"/>
          </a:xfrm>
          <a:prstGeom prst="rect">
            <a:avLst/>
          </a:prstGeom>
          <a:noFill/>
          <a:ln w="38100">
            <a:noFill/>
          </a:ln>
        </p:spPr>
        <p:txBody>
          <a:bodyPr/>
          <a:lstStyle>
            <a:lvl1pPr>
              <a:defRPr sz="3600">
                <a:ln>
                  <a:solidFill>
                    <a:srgbClr val="A12033"/>
                  </a:solidFill>
                </a:ln>
                <a:solidFill>
                  <a:srgbClr val="A31F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FEB8DC-0549-FC50-81B3-32F45BF41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00" y="1259507"/>
            <a:ext cx="10968000" cy="4917456"/>
          </a:xfrm>
          <a:prstGeom prst="rect">
            <a:avLst/>
          </a:prstGeom>
        </p:spPr>
        <p:txBody>
          <a:bodyPr/>
          <a:lstStyle>
            <a:lvl1pPr>
              <a:buClr>
                <a:srgbClr val="A31F34"/>
              </a:buClr>
              <a:defRPr/>
            </a:lvl1pPr>
            <a:lvl2pPr>
              <a:buClr>
                <a:srgbClr val="A31F34"/>
              </a:buClr>
              <a:defRPr/>
            </a:lvl2pPr>
            <a:lvl3pPr>
              <a:buClr>
                <a:srgbClr val="A31F34"/>
              </a:buClr>
              <a:defRPr/>
            </a:lvl3pPr>
            <a:lvl4pPr>
              <a:buClr>
                <a:srgbClr val="A31F34"/>
              </a:buClr>
              <a:defRPr/>
            </a:lvl4pPr>
            <a:lvl5pPr>
              <a:buClr>
                <a:srgbClr val="A31F34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AFF309-EEB3-4809-E3EF-17C0EE960C3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640670" y="6416778"/>
            <a:ext cx="8831227" cy="36512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 dirty="0"/>
              <a:t>References</a:t>
            </a:r>
          </a:p>
          <a:p>
            <a:pPr lvl="0"/>
            <a:endParaRPr lang="en-US" dirty="0"/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60C3617D-2E2E-A2BD-0B17-2969128FE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965" y="6393283"/>
            <a:ext cx="664691" cy="411480"/>
          </a:xfrm>
          <a:prstGeom prst="rect">
            <a:avLst/>
          </a:prstGeom>
        </p:spPr>
      </p:pic>
      <p:pic>
        <p:nvPicPr>
          <p:cNvPr id="3" name="Picture 2" descr="A black and white logo with letters and numbers&#10;&#10;AI-generated content may be incorrect.">
            <a:extLst>
              <a:ext uri="{FF2B5EF4-FFF2-40B4-BE49-F238E27FC236}">
                <a16:creationId xmlns:a16="http://schemas.microsoft.com/office/drawing/2014/main" id="{C5A51BC8-AC2D-0250-7D78-A933907DE1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8"/>
          <a:stretch>
            <a:fillRect/>
          </a:stretch>
        </p:blipFill>
        <p:spPr>
          <a:xfrm>
            <a:off x="147344" y="6461863"/>
            <a:ext cx="1331969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63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4AE37A-BE95-65A4-96FC-686141164580}"/>
              </a:ext>
            </a:extLst>
          </p:cNvPr>
          <p:cNvSpPr/>
          <p:nvPr userDrawn="1"/>
        </p:nvSpPr>
        <p:spPr>
          <a:xfrm>
            <a:off x="0" y="6310630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5EF33DB-501E-646A-EE45-78F24ABB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330" y="6416778"/>
            <a:ext cx="80247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1E7E87C7-CDF9-4606-8374-085ACEE70F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508A238-DBCC-0120-7D57-283A751C105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640670" y="6416778"/>
            <a:ext cx="8831227" cy="36512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 dirty="0"/>
              <a:t>References</a:t>
            </a:r>
          </a:p>
          <a:p>
            <a:pPr lvl="0"/>
            <a:endParaRPr lang="en-US" dirty="0"/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6858A0C4-CBDD-07C5-6CDB-EB2D1A3B35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965" y="6393283"/>
            <a:ext cx="664691" cy="4114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2C772-9FC1-D297-7F44-578309F938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2000" y="1259507"/>
            <a:ext cx="5257800" cy="4917456"/>
          </a:xfrm>
          <a:prstGeom prst="rect">
            <a:avLst/>
          </a:prstGeom>
        </p:spPr>
        <p:txBody>
          <a:bodyPr/>
          <a:lstStyle>
            <a:lvl1pPr>
              <a:buClr>
                <a:srgbClr val="A31F34"/>
              </a:buClr>
              <a:defRPr/>
            </a:lvl1pPr>
            <a:lvl2pPr>
              <a:buClr>
                <a:srgbClr val="A31F34"/>
              </a:buClr>
              <a:defRPr/>
            </a:lvl2pPr>
            <a:lvl3pPr>
              <a:buClr>
                <a:srgbClr val="A31F34"/>
              </a:buClr>
              <a:defRPr/>
            </a:lvl3pPr>
            <a:lvl4pPr>
              <a:buClr>
                <a:srgbClr val="A31F34"/>
              </a:buClr>
              <a:defRPr/>
            </a:lvl4pPr>
            <a:lvl5pPr>
              <a:buClr>
                <a:srgbClr val="A31F34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2C984-E2D3-8A68-892A-F1EC9F43147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2200" y="1259507"/>
            <a:ext cx="5257800" cy="4917456"/>
          </a:xfrm>
          <a:prstGeom prst="rect">
            <a:avLst/>
          </a:prstGeom>
        </p:spPr>
        <p:txBody>
          <a:bodyPr/>
          <a:lstStyle>
            <a:lvl1pPr>
              <a:buClr>
                <a:srgbClr val="A31F34"/>
              </a:buClr>
              <a:defRPr/>
            </a:lvl1pPr>
            <a:lvl2pPr>
              <a:buClr>
                <a:srgbClr val="A31F34"/>
              </a:buClr>
              <a:defRPr/>
            </a:lvl2pPr>
            <a:lvl3pPr>
              <a:buClr>
                <a:srgbClr val="A31F34"/>
              </a:buClr>
              <a:defRPr/>
            </a:lvl3pPr>
            <a:lvl4pPr>
              <a:buClr>
                <a:srgbClr val="A31F34"/>
              </a:buClr>
              <a:defRPr/>
            </a:lvl4pPr>
            <a:lvl5pPr>
              <a:buClr>
                <a:srgbClr val="A31F34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24BA88-8FA2-71DB-DFF8-43E417DA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340386"/>
            <a:ext cx="10968000" cy="578735"/>
          </a:xfrm>
          <a:prstGeom prst="rect">
            <a:avLst/>
          </a:prstGeom>
          <a:noFill/>
          <a:ln w="38100">
            <a:noFill/>
          </a:ln>
        </p:spPr>
        <p:txBody>
          <a:bodyPr/>
          <a:lstStyle>
            <a:lvl1pPr>
              <a:defRPr sz="3600">
                <a:ln>
                  <a:solidFill>
                    <a:srgbClr val="A12033"/>
                  </a:solidFill>
                </a:ln>
                <a:solidFill>
                  <a:srgbClr val="A31F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black and white logo with letters and numbers&#10;&#10;AI-generated content may be incorrect.">
            <a:extLst>
              <a:ext uri="{FF2B5EF4-FFF2-40B4-BE49-F238E27FC236}">
                <a16:creationId xmlns:a16="http://schemas.microsoft.com/office/drawing/2014/main" id="{03EB0E05-42B3-BD8F-4D58-7E08D3BD9C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8"/>
          <a:stretch>
            <a:fillRect/>
          </a:stretch>
        </p:blipFill>
        <p:spPr>
          <a:xfrm>
            <a:off x="147344" y="6461863"/>
            <a:ext cx="1331969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6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98E862-50BF-0766-1DEE-BB8E53A8864F}"/>
              </a:ext>
            </a:extLst>
          </p:cNvPr>
          <p:cNvSpPr/>
          <p:nvPr userDrawn="1"/>
        </p:nvSpPr>
        <p:spPr>
          <a:xfrm>
            <a:off x="0" y="6310630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F62E84-8C84-A08B-2562-37B70980FE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640670" y="6416778"/>
            <a:ext cx="8831227" cy="36512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 dirty="0"/>
              <a:t>References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5C82A66-C68F-D535-A47B-96EC6F9B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330" y="6416778"/>
            <a:ext cx="80247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1E7E87C7-CDF9-4606-8374-085ACEE70FF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3A135F8F-6BA5-C840-332F-2C7D0BAA4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965" y="6393283"/>
            <a:ext cx="664691" cy="411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8A94DF-3DFC-4FC0-8D1E-09AC325B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340386"/>
            <a:ext cx="10968000" cy="578735"/>
          </a:xfrm>
          <a:prstGeom prst="rect">
            <a:avLst/>
          </a:prstGeom>
          <a:noFill/>
          <a:ln w="38100">
            <a:noFill/>
          </a:ln>
        </p:spPr>
        <p:txBody>
          <a:bodyPr/>
          <a:lstStyle>
            <a:lvl1pPr>
              <a:defRPr sz="3600">
                <a:ln>
                  <a:solidFill>
                    <a:srgbClr val="A12033"/>
                  </a:solidFill>
                </a:ln>
                <a:solidFill>
                  <a:srgbClr val="A31F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A black and white logo with letters and numbers&#10;&#10;AI-generated content may be incorrect.">
            <a:extLst>
              <a:ext uri="{FF2B5EF4-FFF2-40B4-BE49-F238E27FC236}">
                <a16:creationId xmlns:a16="http://schemas.microsoft.com/office/drawing/2014/main" id="{37519A8A-9106-EEF6-CBB9-ACD54FE96F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8"/>
          <a:stretch>
            <a:fillRect/>
          </a:stretch>
        </p:blipFill>
        <p:spPr>
          <a:xfrm>
            <a:off x="147344" y="6461863"/>
            <a:ext cx="1331969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9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71E06B-5F7D-0410-9572-3D6BD89458FB}"/>
              </a:ext>
            </a:extLst>
          </p:cNvPr>
          <p:cNvSpPr/>
          <p:nvPr userDrawn="1"/>
        </p:nvSpPr>
        <p:spPr>
          <a:xfrm>
            <a:off x="0" y="4445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8ADF78-21CC-8DCB-F885-948FC8B4264E}"/>
              </a:ext>
            </a:extLst>
          </p:cNvPr>
          <p:cNvSpPr/>
          <p:nvPr userDrawn="1"/>
        </p:nvSpPr>
        <p:spPr>
          <a:xfrm>
            <a:off x="0" y="6310630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1AB279C3-3A2F-5608-0C16-A366667C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330" y="6416778"/>
            <a:ext cx="80247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1E7E87C7-CDF9-4606-8374-085ACEE70F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BCE0E1-E375-002A-22C3-79DABB34A3C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640670" y="6416778"/>
            <a:ext cx="8831227" cy="36512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 dirty="0"/>
              <a:t>References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B4A54F68-08A8-10BA-47B2-0B1C4CFAD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965" y="6393283"/>
            <a:ext cx="664691" cy="411480"/>
          </a:xfrm>
          <a:prstGeom prst="rect">
            <a:avLst/>
          </a:prstGeom>
        </p:spPr>
      </p:pic>
      <p:pic>
        <p:nvPicPr>
          <p:cNvPr id="2" name="Picture 1" descr="A black and white logo with letters and numbers&#10;&#10;AI-generated content may be incorrect.">
            <a:extLst>
              <a:ext uri="{FF2B5EF4-FFF2-40B4-BE49-F238E27FC236}">
                <a16:creationId xmlns:a16="http://schemas.microsoft.com/office/drawing/2014/main" id="{07739C55-696E-C942-9E57-4585CE64D0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8"/>
          <a:stretch>
            <a:fillRect/>
          </a:stretch>
        </p:blipFill>
        <p:spPr>
          <a:xfrm>
            <a:off x="147344" y="6461863"/>
            <a:ext cx="1331969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417E-08A0-8B15-6F8B-94E7CC81D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rgbClr val="A31F3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B3FEE-2501-0BED-58DA-CFA23CC8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B5EC-3B9E-2A35-ADCD-8D072D811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3CB88D-64E6-41FC-8CD0-5C3EE1F00766}"/>
              </a:ext>
            </a:extLst>
          </p:cNvPr>
          <p:cNvSpPr/>
          <p:nvPr userDrawn="1"/>
        </p:nvSpPr>
        <p:spPr>
          <a:xfrm>
            <a:off x="0" y="4445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A6176F-7612-F406-C375-A5F5A5E872F1}"/>
              </a:ext>
            </a:extLst>
          </p:cNvPr>
          <p:cNvSpPr/>
          <p:nvPr userDrawn="1"/>
        </p:nvSpPr>
        <p:spPr>
          <a:xfrm>
            <a:off x="0" y="6310630"/>
            <a:ext cx="12192000" cy="45720"/>
          </a:xfrm>
          <a:prstGeom prst="rect">
            <a:avLst/>
          </a:prstGeom>
          <a:solidFill>
            <a:srgbClr val="A31F34"/>
          </a:solidFill>
          <a:ln>
            <a:solidFill>
              <a:srgbClr val="A3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671A5-BC51-2B37-0A38-9332EEE2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330" y="6416778"/>
            <a:ext cx="80247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1E7E87C7-CDF9-4606-8374-085ACEE70F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BD1D5F8-BD86-B5E3-6C47-1C29B044F71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640670" y="6416778"/>
            <a:ext cx="8831227" cy="36512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 dirty="0"/>
              <a:t>References</a:t>
            </a:r>
          </a:p>
          <a:p>
            <a:pPr lvl="0"/>
            <a:endParaRPr lang="en-US" dirty="0"/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072678A3-B6CF-7D52-64C3-B3D4449DE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965" y="6393283"/>
            <a:ext cx="664691" cy="411480"/>
          </a:xfrm>
          <a:prstGeom prst="rect">
            <a:avLst/>
          </a:prstGeom>
        </p:spPr>
      </p:pic>
      <p:pic>
        <p:nvPicPr>
          <p:cNvPr id="6" name="Picture 5" descr="A black and white logo with letters and numbers&#10;&#10;AI-generated content may be incorrect.">
            <a:extLst>
              <a:ext uri="{FF2B5EF4-FFF2-40B4-BE49-F238E27FC236}">
                <a16:creationId xmlns:a16="http://schemas.microsoft.com/office/drawing/2014/main" id="{A23068D4-B0D2-9B1C-39FF-F863D5ED19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8"/>
          <a:stretch>
            <a:fillRect/>
          </a:stretch>
        </p:blipFill>
        <p:spPr>
          <a:xfrm>
            <a:off x="147344" y="6461863"/>
            <a:ext cx="1331969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10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32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campaign complete &amp; audited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0120"/>
            <a:ext cx="0" cy="1143000"/>
          </a:xfrm>
        </p:spPr>
        <p:txBody>
          <a:bodyPr/>
          <a:lstStyle/>
          <a:p>
            <a:pPr/>
            <a:r>
              <a:rPr sz="1500"/>
              <a:t>10 baselines trained + evaluated on one identical JHU protocol (canonical sensor draw, cross-cube, n=50)</a:t>
            </a:r>
          </a:p>
          <a:p>
            <a:pPr/>
            <a:r>
              <a:rPr sz="1500"/>
              <a:t>Fidelity audit vs upstream: 5 of 6 external baselines had misconfigurations — all fixed</a:t>
            </a:r>
          </a:p>
          <a:p>
            <a:pPr/>
            <a:r>
              <a:rPr sz="1500"/>
              <a:t>Fair capacity matching: ~6.5M params (±10%) across learned methods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sz="1000"/>
              <a:t>LOCUS weekly update — 2026-08-30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2331720"/>
            <a:ext cx="8961120" cy="3578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sz="1000"/>
              <a:t>LOCUS weekly update — 2026-08-30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method, same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963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/>
              <a:t>All 13 methods reconstruct held-out JHU snapshot 29 from 1% sensors on Ux, Uz — Uy and p never observed.</a:t>
            </a:r>
          </a:p>
        </p:txBody>
      </p:sp>
      <p:pic>
        <p:nvPicPr>
          <p:cNvPr id="5" name="Picture 4" descr="flee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82" y="1371600"/>
            <a:ext cx="3636498" cy="4800600"/>
          </a:xfrm>
          <a:prstGeom prst="rect">
            <a:avLst/>
          </a:prstGeom>
        </p:spPr>
      </p:pic>
      <p:pic>
        <p:nvPicPr>
          <p:cNvPr id="6" name="Picture 5" descr="fleet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680" y="1371600"/>
            <a:ext cx="341743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characterized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0120"/>
            <a:ext cx="0" cy="1234440"/>
          </a:xfrm>
        </p:spPr>
        <p:txBody>
          <a:bodyPr/>
          <a:lstStyle/>
          <a:p>
            <a:pPr/>
            <a:r>
              <a:rPr sz="1500"/>
              <a:t>Ensemble spread is a density-invariant function of distance-to-sensor, with a hard ~0.09 floor</a:t>
            </a:r>
          </a:p>
          <a:p>
            <a:pPr/>
            <a:r>
              <a:rPr sz="1500"/>
              <a:t>No (density, NFE) operating point is calibrated — NFE 4→16 adds spread (+0.10), barely moves error</a:t>
            </a:r>
          </a:p>
          <a:p>
            <a:pPr/>
            <a:r>
              <a:rPr sz="1500"/>
              <a:t>Floor reproduces across independent retrains; checkpoint noise negligible (σ ≤ 0.0005)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sz="1000"/>
              <a:t>LOCUS weekly update — 2026-08-30</a:t>
            </a:r>
          </a:p>
        </p:txBody>
      </p:sp>
      <p:pic>
        <p:nvPicPr>
          <p:cNvPr id="5" name="Picture 4" descr="calib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77440"/>
            <a:ext cx="4963595" cy="3657600"/>
          </a:xfrm>
          <a:prstGeom prst="rect">
            <a:avLst/>
          </a:prstGeom>
        </p:spPr>
      </p:pic>
      <p:pic>
        <p:nvPicPr>
          <p:cNvPr id="6" name="Picture 5" descr="calib_sweep_nfe4_n19531_K8_snap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764" y="2377440"/>
            <a:ext cx="39288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Improving the strugglers (in flight)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0120"/>
            <a:ext cx="0" cy="1234440"/>
          </a:xfrm>
        </p:spPr>
        <p:txBody>
          <a:bodyPr/>
          <a:lstStyle/>
          <a:p>
            <a:pPr/>
            <a:r>
              <a:rPr sz="1500"/>
              <a:t>DeepONet++ structured branch: Ux 0.59 → 0.51, now conditioning-responsive</a:t>
            </a:r>
          </a:p>
          <a:p>
            <a:pPr/>
            <a:r>
              <a:rPr sz="1500"/>
              <a:t>Senseiver capacity 64 → 128 tokens: agg 0.68 → 0.63</a:t>
            </a:r>
          </a:p>
          <a:p>
            <a:pPr/>
            <a:r>
              <a:rPr sz="1500"/>
              <a:t>S3GM sampler diagnosed: unnormalized guidance (α=5) exploded to ~1e7; normalized ζ-guidance stable — figures regenerated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sz="1000"/>
              <a:t>LOCUS weekly update — 2026-08-30</a:t>
            </a:r>
          </a:p>
        </p:txBody>
      </p:sp>
      <p:pic>
        <p:nvPicPr>
          <p:cNvPr id="5" name="Picture 4" descr="s3gm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61" y="2606040"/>
            <a:ext cx="3654311" cy="3520440"/>
          </a:xfrm>
          <a:prstGeom prst="rect">
            <a:avLst/>
          </a:prstGeom>
        </p:spPr>
      </p:pic>
      <p:pic>
        <p:nvPicPr>
          <p:cNvPr id="6" name="Picture 5" descr="s3gm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12" y="2606040"/>
            <a:ext cx="3556621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16061" y="2331720"/>
            <a:ext cx="36543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/>
              <a:t>Before: unnormalized α=5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12" y="2331720"/>
            <a:ext cx="35566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/>
              <a:t>After: normalized ζ-guidance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tlow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11959"/>
      </a:accent1>
      <a:accent2>
        <a:srgbClr val="1C5A62"/>
      </a:accent2>
      <a:accent3>
        <a:srgbClr val="3C6D56"/>
      </a:accent3>
      <a:accent4>
        <a:srgbClr val="9D892B"/>
      </a:accent4>
      <a:accent5>
        <a:srgbClr val="F8A17B"/>
      </a:accent5>
      <a:accent6>
        <a:srgbClr val="FDB7BC"/>
      </a:accent6>
      <a:hlink>
        <a:srgbClr val="103F60"/>
      </a:hlink>
      <a:folHlink>
        <a:srgbClr val="103F6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NG_PPT_TEMPLATE_v2" id="{13B9B16B-2A34-A446-8EA5-ED951CD6B08B}" vid="{DA41D86F-A8CA-8F45-A583-B5E795C933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fe32c2-7453-434b-8365-7053e85613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4802EC5A435740BBCC4B33D10EB35F" ma:contentTypeVersion="12" ma:contentTypeDescription="Create a new document." ma:contentTypeScope="" ma:versionID="ccbbde22aa75ea5f1b96553c2edb1d78">
  <xsd:schema xmlns:xsd="http://www.w3.org/2001/XMLSchema" xmlns:xs="http://www.w3.org/2001/XMLSchema" xmlns:p="http://schemas.microsoft.com/office/2006/metadata/properties" xmlns:ns3="34fe32c2-7453-434b-8365-7053e8561332" targetNamespace="http://schemas.microsoft.com/office/2006/metadata/properties" ma:root="true" ma:fieldsID="7071e35e33a28b6cdf3cc16a28b8c7a8" ns3:_="">
    <xsd:import namespace="34fe32c2-7453-434b-8365-7053e8561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fe32c2-7453-434b-8365-7053e85613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B12FC0-0EA6-460E-8512-D76F2A7686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3FD9C0-079D-4C9F-B5EF-384B9E53F08D}">
  <ds:schemaRefs>
    <ds:schemaRef ds:uri="http://purl.org/dc/terms/"/>
    <ds:schemaRef ds:uri="http://purl.org/dc/dcmitype/"/>
    <ds:schemaRef ds:uri="34fe32c2-7453-434b-8365-7053e8561332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697FEB-EB4A-4423-B99F-AED8C80FC8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fe32c2-7453-434b-8365-7053e8561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6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color scheme: batlow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Keisar</dc:creator>
  <cp:lastModifiedBy>Tricard, Nick</cp:lastModifiedBy>
  <cp:revision>4</cp:revision>
  <dcterms:created xsi:type="dcterms:W3CDTF">2025-04-24T15:37:22Z</dcterms:created>
  <dcterms:modified xsi:type="dcterms:W3CDTF">2025-11-01T18:08:43Z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0x010100904802EC5A435740BBCC4B33D10EB35F</vt:lpwstr>
  </property>
</Properties>
</file>